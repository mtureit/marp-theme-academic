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026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2974</TotalTime>
  <Words>7</Words>
  <Application>Microsoft Macintosh PowerPoint</Application>
  <PresentationFormat>ワイド画面</PresentationFormat>
  <Paragraphs>7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Self-Introduction &amp; Research Plan at HCMUT</dc:title>
  <dc:subject>PptxGenJS Presentation</dc:subject>
  <dc:creator>Created by Marp</dc:creator>
  <cp:lastModifiedBy>瑛太 松浦</cp:lastModifiedBy>
  <cp:revision>2</cp:revision>
  <dcterms:created xsi:type="dcterms:W3CDTF">2026-05-22T04:08:32Z</dcterms:created>
  <dcterms:modified xsi:type="dcterms:W3CDTF">2026-05-24T05:44:17Z</dcterms:modified>
</cp:coreProperties>
</file>